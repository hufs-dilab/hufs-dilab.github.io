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27432000" cy="5400675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01" userDrawn="1">
          <p15:clr>
            <a:srgbClr val="A4A3A4"/>
          </p15:clr>
        </p15:guide>
        <p15:guide id="2" pos="864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4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05" autoAdjust="0"/>
    <p:restoredTop sz="94660"/>
  </p:normalViewPr>
  <p:slideViewPr>
    <p:cSldViewPr snapToGrid="0" showGuides="1">
      <p:cViewPr varScale="1">
        <p:scale>
          <a:sx n="41" d="100"/>
          <a:sy n="41" d="100"/>
        </p:scale>
        <p:origin x="15" y="1035"/>
      </p:cViewPr>
      <p:guideLst>
        <p:guide orient="horz" pos="1701"/>
        <p:guide pos="864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0" y="883861"/>
            <a:ext cx="20574000" cy="1880235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29000" y="2836605"/>
            <a:ext cx="20574000" cy="1303913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8"/>
            </a:lvl3pPr>
            <a:lvl4pPr marL="1080135" indent="0" algn="ctr">
              <a:buNone/>
              <a:defRPr sz="1260"/>
            </a:lvl4pPr>
            <a:lvl5pPr marL="1440180" indent="0" algn="ctr">
              <a:buNone/>
              <a:defRPr sz="1260"/>
            </a:lvl5pPr>
            <a:lvl6pPr marL="1800225" indent="0" algn="ctr">
              <a:buNone/>
              <a:defRPr sz="1260"/>
            </a:lvl6pPr>
            <a:lvl7pPr marL="2160270" indent="0" algn="ctr">
              <a:buNone/>
              <a:defRPr sz="1260"/>
            </a:lvl7pPr>
            <a:lvl8pPr marL="2520315" indent="0" algn="ctr">
              <a:buNone/>
              <a:defRPr sz="1260"/>
            </a:lvl8pPr>
            <a:lvl9pPr marL="2880360" indent="0" algn="ctr">
              <a:buNone/>
              <a:defRPr sz="126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A5AE7-6EB4-4953-8DF0-B4457C0E8B56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0D942-8A07-4852-8C7A-4E0476406E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70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A5AE7-6EB4-4953-8DF0-B4457C0E8B56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0D942-8A07-4852-8C7A-4E0476406E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9571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1663" y="1346419"/>
            <a:ext cx="23660100" cy="2246530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71663" y="3614203"/>
            <a:ext cx="23660100" cy="1181397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20090" indent="0">
              <a:buNone/>
              <a:defRPr sz="1418">
                <a:solidFill>
                  <a:schemeClr val="tx1">
                    <a:tint val="75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4018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80022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6027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2031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8036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A5AE7-6EB4-4953-8DF0-B4457C0E8B56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0D942-8A07-4852-8C7A-4E0476406E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2657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85950" y="1437680"/>
            <a:ext cx="11658600" cy="342667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887450" y="1437680"/>
            <a:ext cx="11658600" cy="342667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A5AE7-6EB4-4953-8DF0-B4457C0E8B56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0D942-8A07-4852-8C7A-4E0476406E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550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287536"/>
            <a:ext cx="23660100" cy="104388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9524" y="1323916"/>
            <a:ext cx="11605021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89524" y="1972747"/>
            <a:ext cx="11605021" cy="290161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887450" y="1323916"/>
            <a:ext cx="11662173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887450" y="1972747"/>
            <a:ext cx="11662173" cy="290161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A5AE7-6EB4-4953-8DF0-B4457C0E8B56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0D942-8A07-4852-8C7A-4E0476406E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8346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A5AE7-6EB4-4953-8DF0-B4457C0E8B56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0D942-8A07-4852-8C7A-4E0476406E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6772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A5AE7-6EB4-4953-8DF0-B4457C0E8B56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0D942-8A07-4852-8C7A-4E0476406E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3513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4" y="360045"/>
            <a:ext cx="8847533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662173" y="777597"/>
            <a:ext cx="13887450" cy="3837980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24" y="1620202"/>
            <a:ext cx="8847533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A5AE7-6EB4-4953-8DF0-B4457C0E8B56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0D942-8A07-4852-8C7A-4E0476406E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64889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4" y="360045"/>
            <a:ext cx="8847533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62173" y="777597"/>
            <a:ext cx="13887450" cy="3837980"/>
          </a:xfrm>
        </p:spPr>
        <p:txBody>
          <a:bodyPr anchor="t"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24" y="1620202"/>
            <a:ext cx="8847533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A5AE7-6EB4-4953-8DF0-B4457C0E8B56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0D942-8A07-4852-8C7A-4E0476406E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1666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A5AE7-6EB4-4953-8DF0-B4457C0E8B56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0D942-8A07-4852-8C7A-4E0476406E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6457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631025" y="287536"/>
            <a:ext cx="5915025" cy="45768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885950" y="287536"/>
            <a:ext cx="17402175" cy="45768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A5AE7-6EB4-4953-8DF0-B4457C0E8B56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0D942-8A07-4852-8C7A-4E0476406E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9793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85950" y="287536"/>
            <a:ext cx="23660100" cy="1043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5950" y="1437680"/>
            <a:ext cx="23660100" cy="3426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885950" y="5005626"/>
            <a:ext cx="617220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0A5AE7-6EB4-4953-8DF0-B4457C0E8B56}" type="datetimeFigureOut">
              <a:rPr lang="ko-KR" altLang="en-US" smtClean="0"/>
              <a:t>2026-01-01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086850" y="5005626"/>
            <a:ext cx="925830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373850" y="5005626"/>
            <a:ext cx="617220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0D942-8A07-4852-8C7A-4E0476406E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9927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720090" rtl="0" eaLnBrk="1" latinLnBrk="1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23" indent="-180023" algn="l" defTabSz="720090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40068" indent="-180023" algn="l" defTabSz="720090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1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1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1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1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1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1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1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1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1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1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99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60B2E7F-C832-1945-2664-BF1608C977D3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26525" y="-1436179"/>
            <a:ext cx="4459539" cy="557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9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141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JisooJang</dc:creator>
  <cp:lastModifiedBy>JisooJang</cp:lastModifiedBy>
  <cp:revision>5</cp:revision>
  <dcterms:created xsi:type="dcterms:W3CDTF">2026-01-01T08:31:00Z</dcterms:created>
  <dcterms:modified xsi:type="dcterms:W3CDTF">2026-01-01T11:36:39Z</dcterms:modified>
</cp:coreProperties>
</file>