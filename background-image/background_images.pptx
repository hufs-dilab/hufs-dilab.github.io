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7432000" cy="54006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 userDrawn="1">
          <p15:clr>
            <a:srgbClr val="A4A3A4"/>
          </p15:clr>
        </p15:guide>
        <p15:guide id="2" pos="86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 autoAdjust="0"/>
    <p:restoredTop sz="94660"/>
  </p:normalViewPr>
  <p:slideViewPr>
    <p:cSldViewPr snapToGrid="0" showGuides="1">
      <p:cViewPr varScale="1">
        <p:scale>
          <a:sx n="41" d="100"/>
          <a:sy n="41" d="100"/>
        </p:scale>
        <p:origin x="99" y="1086"/>
      </p:cViewPr>
      <p:guideLst>
        <p:guide orient="horz" pos="1701"/>
        <p:guide pos="86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883861"/>
            <a:ext cx="205740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2836605"/>
            <a:ext cx="205740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7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57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3" y="1346419"/>
            <a:ext cx="2366010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3" y="3614203"/>
            <a:ext cx="2366010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65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1437680"/>
            <a:ext cx="11658600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1437680"/>
            <a:ext cx="11658600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55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87536"/>
            <a:ext cx="23660100" cy="1043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4" y="1323916"/>
            <a:ext cx="1160502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4" y="1972747"/>
            <a:ext cx="11605021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0" y="1323916"/>
            <a:ext cx="11662173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0" y="1972747"/>
            <a:ext cx="11662173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4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67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51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360045"/>
            <a:ext cx="884753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777597"/>
            <a:ext cx="1388745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1620202"/>
            <a:ext cx="884753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8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4" y="360045"/>
            <a:ext cx="884753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777597"/>
            <a:ext cx="1388745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4" y="1620202"/>
            <a:ext cx="884753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6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45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5" y="287536"/>
            <a:ext cx="5915025" cy="45768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0" y="287536"/>
            <a:ext cx="17402175" cy="45768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9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287536"/>
            <a:ext cx="236601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1437680"/>
            <a:ext cx="236601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5005626"/>
            <a:ext cx="6172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A5AE7-6EB4-4953-8DF0-B4457C0E8B56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5005626"/>
            <a:ext cx="92583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5005626"/>
            <a:ext cx="6172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0D942-8A07-4852-8C7A-4E0476406E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92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20090" rtl="0" eaLnBrk="1" latinLnBrk="1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1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JisooJang</dc:creator>
  <cp:lastModifiedBy>JisooJang</cp:lastModifiedBy>
  <cp:revision>6</cp:revision>
  <dcterms:created xsi:type="dcterms:W3CDTF">2026-01-01T08:31:00Z</dcterms:created>
  <dcterms:modified xsi:type="dcterms:W3CDTF">2026-01-02T09:15:06Z</dcterms:modified>
</cp:coreProperties>
</file>