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1035" y="5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77C5-A8CC-479E-B34D-EB355EAF64CF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BA1A-3CF7-4EA3-A990-C72A5E1A5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513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77C5-A8CC-479E-B34D-EB355EAF64CF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BA1A-3CF7-4EA3-A990-C72A5E1A5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80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77C5-A8CC-479E-B34D-EB355EAF64CF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BA1A-3CF7-4EA3-A990-C72A5E1A5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991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77C5-A8CC-479E-B34D-EB355EAF64CF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BA1A-3CF7-4EA3-A990-C72A5E1A5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48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77C5-A8CC-479E-B34D-EB355EAF64CF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BA1A-3CF7-4EA3-A990-C72A5E1A5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433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77C5-A8CC-479E-B34D-EB355EAF64CF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BA1A-3CF7-4EA3-A990-C72A5E1A5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434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77C5-A8CC-479E-B34D-EB355EAF64CF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BA1A-3CF7-4EA3-A990-C72A5E1A5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499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77C5-A8CC-479E-B34D-EB355EAF64CF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BA1A-3CF7-4EA3-A990-C72A5E1A5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315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77C5-A8CC-479E-B34D-EB355EAF64CF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BA1A-3CF7-4EA3-A990-C72A5E1A5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31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77C5-A8CC-479E-B34D-EB355EAF64CF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BA1A-3CF7-4EA3-A990-C72A5E1A5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765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77C5-A8CC-479E-B34D-EB355EAF64CF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DBA1A-3CF7-4EA3-A990-C72A5E1A5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96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177C5-A8CC-479E-B34D-EB355EAF64CF}" type="datetimeFigureOut">
              <a:rPr lang="ko-KR" altLang="en-US" smtClean="0"/>
              <a:t>2026-01-01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DBA1A-3CF7-4EA3-A990-C72A5E1A50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670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25DF37D-D458-CFBF-546F-6A46A4E50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183" y="0"/>
            <a:ext cx="6625064" cy="685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256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8F93CBB-78B1-9F99-29BC-6FB45BCB7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22"/>
          <a:stretch>
            <a:fillRect/>
          </a:stretch>
        </p:blipFill>
        <p:spPr>
          <a:xfrm>
            <a:off x="111104" y="0"/>
            <a:ext cx="97829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587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B16B75A-F9FF-276D-4875-0E3DEB79A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1" r="2443"/>
          <a:stretch>
            <a:fillRect/>
          </a:stretch>
        </p:blipFill>
        <p:spPr>
          <a:xfrm>
            <a:off x="-1" y="1437326"/>
            <a:ext cx="9923849" cy="387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317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0</Words>
  <Application>Microsoft Office PowerPoint</Application>
  <PresentationFormat>A4 용지(210x297mm)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JisooJang</dc:creator>
  <cp:lastModifiedBy>JisooJang</cp:lastModifiedBy>
  <cp:revision>1</cp:revision>
  <dcterms:created xsi:type="dcterms:W3CDTF">2026-01-01T11:25:46Z</dcterms:created>
  <dcterms:modified xsi:type="dcterms:W3CDTF">2026-01-01T11:27:33Z</dcterms:modified>
</cp:coreProperties>
</file>