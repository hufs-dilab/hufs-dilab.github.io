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5" r:id="rId4"/>
    <p:sldId id="263" r:id="rId5"/>
    <p:sldId id="266" r:id="rId6"/>
    <p:sldId id="269" r:id="rId7"/>
    <p:sldId id="270" r:id="rId8"/>
    <p:sldId id="259" r:id="rId9"/>
    <p:sldId id="267" r:id="rId10"/>
    <p:sldId id="264" r:id="rId11"/>
    <p:sldId id="268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999"/>
    <a:srgbClr val="002D56"/>
    <a:srgbClr val="9D9FA2"/>
    <a:srgbClr val="DADAD3"/>
    <a:srgbClr val="98C1D9"/>
    <a:srgbClr val="FFFFFF"/>
    <a:srgbClr val="EE6C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240" y="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FEFE0-952E-4FD8-8EC4-AC973C5319FF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7F7ED-DAA8-49B0-9EF9-9AA4D00F58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07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7F7ED-DAA8-49B0-9EF9-9AA4D00F58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304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6CDB-1FD4-7A66-F7EE-7B653E15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D051DC-6F6A-1F3F-6046-31262C253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C3D98-072C-3492-CAFE-FBC7BE07E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D82D63-EABB-766F-4175-F37CB9B77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7F7ED-DAA8-49B0-9EF9-9AA4D00F58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694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F72AA-EE88-6D7B-4206-D5D22DF2C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4EE7DE-748B-2BC6-1334-7217E1C8F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968D27-7E97-CFED-765A-2B9325CF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FE234-592A-0D5D-9D47-0FFF3413C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CB9B7E-36EC-4CEF-85B7-C06CBD8E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49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85D4A-F6FE-640E-8BBF-2BA9F7FE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07C4A-198C-99EA-3E80-416E08A82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6E89CE-0CA3-BB1B-50D2-E780BBBA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365A6E-FAEB-FC5C-DD5A-8F0ED7777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6B8598-E624-A3AD-7D11-369A9533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47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7113A-FC57-C358-7954-9C8F8E75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0FE7E4-BF0F-2B6A-D592-F9DC1E9B6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89B898-C0C4-2F7E-3FFE-479A74AA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100D6-B464-3558-6724-67877EF9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E99C3B-49D1-CF59-3804-7BDA8F58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5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58EBB-7FEB-2903-3B9D-E29392CC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6324AF-7610-B796-51F3-1B401E52C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7F545D-07A0-244A-6E17-98882601F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FEB743-10D1-A3CC-5FCD-C2A077207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2130C8-A288-D52F-B2A5-1ECA447A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D16BA6-9B8B-E3EA-00FB-13375DD7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08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E76CE-965E-8F68-DAF0-81AE00851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F384B8-A7F1-AA3A-8AEA-479322793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590307-EC99-2323-E876-8CC147018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A6D95A-5505-D2E4-F27A-74AAB4C1B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4EBD02-C162-6D5F-BBB2-84C67C1E2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66C735-B932-0D05-9C1D-00B35F54E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5B9EB1-4D08-69E0-6D77-06B02ABD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6C233E-A4A5-2C93-83C3-13E7EE48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61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30EAF-9A67-933D-57C3-104153D6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94043E-35EB-A4BD-C19D-6C6CD9ED7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A93A1D-88B3-B652-EAF7-69F1DB64A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6FAD48-4AFB-B316-7FA8-1D31EAC0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65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C417CF-392A-3E8D-3FB4-E07E1093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E32CC8-4199-FB64-8597-5988ED51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699467-B90E-4A9A-9A81-ABB85E14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60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5B019-1FE0-D841-AA01-73F9AD12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7BF80-511F-4A04-DBEC-EA62EF533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8E67B4-46E8-C0F7-255C-E8BA14C6C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678F62-C648-1F7A-5316-F8AE235EE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D98413-BCA1-8195-5353-8DA8E9D1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97DFDB-595D-7A9B-7D51-FD562D069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77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DE344-09C6-5B4D-DEBC-2D6CEBC0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FB3AC9-4D4A-75D5-5197-0E5743FC9F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823E9C-BE9F-BB35-B9C5-1A8E1D196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CCEA36-9D31-6AB1-022E-3853FA459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C210EF-4B3A-E015-E3E1-0B67D0CC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CA28BB-5E23-CACC-8F08-F3C9F490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33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86ACD-086E-6452-3E70-312A03A8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3255D2-25D4-E13C-F7A9-655E20B42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698E39-A6F8-0C4A-A005-532DA743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D2CC-1756-363D-A94C-924DF85E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10F81-46A8-9A5A-CF0F-EAADA5CF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3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047325-442F-914A-C777-89D399556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169016-55B0-E5DD-B845-75B234E2A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68EF36-6590-F4D9-B668-ED1C55812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CC0065-AEDF-8C1B-74FF-E488EA2A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62A6CE-64DA-C7A7-FA8F-8B8937056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15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7B4EFC-92E3-0DBB-A6F9-6821B149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7AFFAD-FFF0-E008-B168-5E73B71D6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5087F-DDED-927D-6F51-95C762254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A2D42-0A0D-428D-8D13-D29D51FE651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65E95-328B-9A04-4AD4-17800B0AE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75F11F-5F26-6AA6-CEB6-268F4AE44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0D9A0-CC43-41CB-AD1D-95442574A0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26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DCDE624-0C6E-31B1-7320-8910B3E56736}"/>
              </a:ext>
            </a:extLst>
          </p:cNvPr>
          <p:cNvSpPr/>
          <p:nvPr/>
        </p:nvSpPr>
        <p:spPr>
          <a:xfrm rot="5400000">
            <a:off x="661359" y="270294"/>
            <a:ext cx="1121433" cy="1933755"/>
          </a:xfrm>
          <a:prstGeom prst="rect">
            <a:avLst/>
          </a:prstGeom>
          <a:solidFill>
            <a:srgbClr val="1D4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D4999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139EE6-DCE4-B192-44FD-ADA25F80DE87}"/>
              </a:ext>
            </a:extLst>
          </p:cNvPr>
          <p:cNvSpPr/>
          <p:nvPr/>
        </p:nvSpPr>
        <p:spPr>
          <a:xfrm rot="5400000">
            <a:off x="5918062" y="270294"/>
            <a:ext cx="1121433" cy="1933755"/>
          </a:xfrm>
          <a:prstGeom prst="rect">
            <a:avLst/>
          </a:prstGeom>
          <a:solidFill>
            <a:srgbClr val="EE6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39931-4EBB-84ED-FE24-92C034A24565}"/>
              </a:ext>
            </a:extLst>
          </p:cNvPr>
          <p:cNvSpPr/>
          <p:nvPr/>
        </p:nvSpPr>
        <p:spPr>
          <a:xfrm rot="5400000">
            <a:off x="5918061" y="1518250"/>
            <a:ext cx="1121433" cy="19337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BA7529-D437-D7CB-1096-D0BFD19BEB97}"/>
              </a:ext>
            </a:extLst>
          </p:cNvPr>
          <p:cNvSpPr txBox="1"/>
          <p:nvPr/>
        </p:nvSpPr>
        <p:spPr>
          <a:xfrm>
            <a:off x="2200528" y="637007"/>
            <a:ext cx="291421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#1D4999</a:t>
            </a:r>
          </a:p>
          <a:p>
            <a:r>
              <a:rPr lang="en-US" altLang="ko-KR" sz="1600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RGB Color: R29 + G73 + B153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9B9525-1241-AB38-CE8C-02CE38A83D8D}"/>
              </a:ext>
            </a:extLst>
          </p:cNvPr>
          <p:cNvSpPr/>
          <p:nvPr/>
        </p:nvSpPr>
        <p:spPr>
          <a:xfrm rot="5400000">
            <a:off x="661358" y="1518250"/>
            <a:ext cx="1121433" cy="19337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E0412-9E0D-59CE-3C72-98E7949BCE9A}"/>
              </a:ext>
            </a:extLst>
          </p:cNvPr>
          <p:cNvSpPr txBox="1"/>
          <p:nvPr/>
        </p:nvSpPr>
        <p:spPr>
          <a:xfrm>
            <a:off x="255197" y="180601"/>
            <a:ext cx="169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Primary Color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국외대체 L" panose="02020503020101020101" pitchFamily="18" charset="-127"/>
              <a:ea typeface="한국외대체 L" panose="02020503020101020101" pitchFamily="18" charset="-127"/>
              <a:cs typeface="한국외대체 L" panose="020205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5FD45F-4D04-B03E-1933-DD4382390E11}"/>
              </a:ext>
            </a:extLst>
          </p:cNvPr>
          <p:cNvSpPr txBox="1"/>
          <p:nvPr/>
        </p:nvSpPr>
        <p:spPr>
          <a:xfrm>
            <a:off x="2200527" y="1889639"/>
            <a:ext cx="32209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#FFFFFF</a:t>
            </a:r>
          </a:p>
          <a:p>
            <a:r>
              <a:rPr lang="en-US" altLang="ko-KR" sz="1600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RGB Color: R255 + G255 + B255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E9829C-AEDA-BE08-592F-EE95C9027EA5}"/>
              </a:ext>
            </a:extLst>
          </p:cNvPr>
          <p:cNvSpPr txBox="1"/>
          <p:nvPr/>
        </p:nvSpPr>
        <p:spPr>
          <a:xfrm>
            <a:off x="5511900" y="180601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Secondary Color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국외대체 L" panose="02020503020101020101" pitchFamily="18" charset="-127"/>
              <a:ea typeface="한국외대체 L" panose="02020503020101020101" pitchFamily="18" charset="-127"/>
              <a:cs typeface="한국외대체 L" panose="020205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1DB36E-955A-1E69-C83D-37443DD4B231}"/>
              </a:ext>
            </a:extLst>
          </p:cNvPr>
          <p:cNvSpPr txBox="1"/>
          <p:nvPr/>
        </p:nvSpPr>
        <p:spPr>
          <a:xfrm>
            <a:off x="7457457" y="637007"/>
            <a:ext cx="59945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#EE6C4D</a:t>
            </a:r>
          </a:p>
          <a:p>
            <a:r>
              <a:rPr lang="en-US" altLang="ko-KR" sz="1600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Color: R238 + G108 + B77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52616B-D291-4B13-A6D9-19A5B54A6628}"/>
              </a:ext>
            </a:extLst>
          </p:cNvPr>
          <p:cNvSpPr txBox="1"/>
          <p:nvPr/>
        </p:nvSpPr>
        <p:spPr>
          <a:xfrm>
            <a:off x="7457456" y="1889639"/>
            <a:ext cx="59945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#EDEDED</a:t>
            </a:r>
          </a:p>
          <a:p>
            <a:r>
              <a:rPr lang="en-US" altLang="ko-KR" sz="1600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RGB Color: R237 + G237 + B237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D5C4B5-B459-E826-8386-29B55B70E084}"/>
              </a:ext>
            </a:extLst>
          </p:cNvPr>
          <p:cNvSpPr txBox="1"/>
          <p:nvPr/>
        </p:nvSpPr>
        <p:spPr>
          <a:xfrm>
            <a:off x="255197" y="3309539"/>
            <a:ext cx="2855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로고 글꼴</a:t>
            </a:r>
            <a:r>
              <a:rPr lang="en-US" altLang="ko-KR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: </a:t>
            </a:r>
            <a:r>
              <a:rPr lang="ko-KR" altLang="en-US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한국외대체 </a:t>
            </a:r>
            <a:r>
              <a:rPr lang="en-US" altLang="ko-KR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B</a:t>
            </a:r>
          </a:p>
          <a:p>
            <a:r>
              <a:rPr lang="ko-KR" altLang="en-US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일반 글꼴</a:t>
            </a:r>
            <a:r>
              <a:rPr lang="en-US" altLang="ko-KR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: </a:t>
            </a:r>
            <a:r>
              <a:rPr lang="ko-KR" altLang="en-US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한국외대체 </a:t>
            </a:r>
            <a:r>
              <a:rPr lang="en-US" altLang="ko-KR" dirty="0">
                <a:latin typeface="한국외대체 L" panose="02020503020101020101" pitchFamily="18" charset="-127"/>
                <a:ea typeface="한국외대체 L" panose="02020503020101020101" pitchFamily="18" charset="-127"/>
                <a:cs typeface="한국외대체 L" panose="02020503020101020101" pitchFamily="18" charset="-127"/>
              </a:rPr>
              <a:t>L</a:t>
            </a:r>
            <a:endParaRPr lang="ko-KR" altLang="en-US" dirty="0">
              <a:latin typeface="한국외대체 L" panose="02020503020101020101" pitchFamily="18" charset="-127"/>
              <a:ea typeface="한국외대체 L" panose="02020503020101020101" pitchFamily="18" charset="-127"/>
              <a:cs typeface="한국외대체 L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2126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697F-4F75-7E2A-722F-D8CA8B2C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ADD854E-79FB-BA96-A249-7B6FA7CA47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2D5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921336"/>
            <a:ext cx="4057252" cy="50724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F5C45B4-978F-B790-26AF-B0AEB0079C0D}"/>
              </a:ext>
            </a:extLst>
          </p:cNvPr>
          <p:cNvSpPr txBox="1"/>
          <p:nvPr/>
        </p:nvSpPr>
        <p:spPr>
          <a:xfrm>
            <a:off x="4992159" y="1315812"/>
            <a:ext cx="662072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Data </a:t>
            </a:r>
          </a:p>
          <a:p>
            <a:r>
              <a:rPr lang="en-US" altLang="ko-KR" sz="90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Intelligence </a:t>
            </a:r>
          </a:p>
          <a:p>
            <a:r>
              <a:rPr lang="en-US" altLang="ko-KR" sz="90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Lab</a:t>
            </a:r>
            <a:endParaRPr lang="ko-KR" altLang="en-US" sz="9000" dirty="0"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624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83646-C779-3105-6860-BE49F0C2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2E9D5A1-5ADE-05B5-01D4-81C71EEB21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921336"/>
            <a:ext cx="4057252" cy="50724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5D07E12-C671-7420-257A-FE7F34F7BA6E}"/>
              </a:ext>
            </a:extLst>
          </p:cNvPr>
          <p:cNvSpPr txBox="1"/>
          <p:nvPr/>
        </p:nvSpPr>
        <p:spPr>
          <a:xfrm>
            <a:off x="4992159" y="1315812"/>
            <a:ext cx="662072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Data </a:t>
            </a:r>
          </a:p>
          <a:p>
            <a:r>
              <a:rPr lang="en-US" altLang="ko-KR" sz="9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Intelligence </a:t>
            </a:r>
          </a:p>
          <a:p>
            <a:r>
              <a:rPr lang="en-US" altLang="ko-KR" sz="9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Lab</a:t>
            </a:r>
            <a:endParaRPr lang="ko-KR" altLang="en-US" sz="9000" dirty="0">
              <a:solidFill>
                <a:srgbClr val="1D4999"/>
              </a:solidFill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7290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5C38-28D7-A893-C51F-00581F66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6D0B2C6-8B8E-BB9C-162A-2E268CF8081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2D5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51" y="1738310"/>
            <a:ext cx="2727074" cy="34094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CBA8050-849C-3109-B10E-C55C2124D84C}"/>
              </a:ext>
            </a:extLst>
          </p:cNvPr>
          <p:cNvSpPr txBox="1"/>
          <p:nvPr/>
        </p:nvSpPr>
        <p:spPr>
          <a:xfrm>
            <a:off x="3625079" y="1840604"/>
            <a:ext cx="823815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200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</a:p>
        </p:txBody>
      </p:sp>
    </p:spTree>
    <p:extLst>
      <p:ext uri="{BB962C8B-B14F-4D97-AF65-F5344CB8AC3E}">
        <p14:creationId xmlns:p14="http://schemas.microsoft.com/office/powerpoint/2010/main" val="168133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8120A-645D-9322-8C72-9BE42CF33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DA168E9-E45C-CB15-B971-08EDBF6332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51" y="1738310"/>
            <a:ext cx="2727074" cy="34094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7B1A02-10A6-EDFD-BFBF-96F3989E9FAE}"/>
              </a:ext>
            </a:extLst>
          </p:cNvPr>
          <p:cNvSpPr txBox="1"/>
          <p:nvPr/>
        </p:nvSpPr>
        <p:spPr>
          <a:xfrm>
            <a:off x="3625079" y="1840604"/>
            <a:ext cx="823815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20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  <a:endParaRPr lang="ko-KR" altLang="en-US" sz="20000" dirty="0">
              <a:solidFill>
                <a:srgbClr val="1D4999"/>
              </a:solidFill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630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12F7-8489-97F2-F0CD-1F797FF0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7B34D56-3A95-3B5C-29B6-3131DEC2B2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2D5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51" y="1738310"/>
            <a:ext cx="2727074" cy="34094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A42EA1-6C45-0147-0FF1-A5F1DC818DBD}"/>
              </a:ext>
            </a:extLst>
          </p:cNvPr>
          <p:cNvSpPr txBox="1"/>
          <p:nvPr/>
        </p:nvSpPr>
        <p:spPr>
          <a:xfrm>
            <a:off x="3784738" y="1694768"/>
            <a:ext cx="7834196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185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A5BAD5-17EC-FCA4-A40D-514AEE38790D}"/>
              </a:ext>
            </a:extLst>
          </p:cNvPr>
          <p:cNvSpPr txBox="1"/>
          <p:nvPr/>
        </p:nvSpPr>
        <p:spPr>
          <a:xfrm>
            <a:off x="3835537" y="4247419"/>
            <a:ext cx="7529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6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H</a:t>
            </a:r>
            <a:r>
              <a:rPr lang="en-US" altLang="ko-KR" sz="24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ANKUK </a:t>
            </a:r>
            <a:r>
              <a:rPr lang="en-US" altLang="ko-KR" sz="36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U</a:t>
            </a:r>
            <a:r>
              <a:rPr lang="en-US" altLang="ko-KR" sz="24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NIVERSITY OF </a:t>
            </a:r>
            <a:r>
              <a:rPr lang="en-US" altLang="ko-KR" sz="36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F</a:t>
            </a:r>
            <a:r>
              <a:rPr lang="en-US" altLang="ko-KR" sz="24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OREIGN </a:t>
            </a:r>
            <a:r>
              <a:rPr lang="en-US" altLang="ko-KR" sz="36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S</a:t>
            </a:r>
            <a:r>
              <a:rPr lang="en-US" altLang="ko-KR" sz="24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TUDIES</a:t>
            </a:r>
            <a:endParaRPr lang="ko-KR" altLang="en-US" sz="20000" dirty="0"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636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2BC50-6459-938B-0E8A-B4579E7C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44971DA9-2941-618F-89B7-42EDA21F6F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51" y="1738310"/>
            <a:ext cx="2727074" cy="34094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D29CFB8-E2CE-30C2-2F47-EE1291B4F2D6}"/>
              </a:ext>
            </a:extLst>
          </p:cNvPr>
          <p:cNvSpPr txBox="1"/>
          <p:nvPr/>
        </p:nvSpPr>
        <p:spPr>
          <a:xfrm>
            <a:off x="3784738" y="1694768"/>
            <a:ext cx="7834196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185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B9B206-3303-2803-8377-12B365A31943}"/>
              </a:ext>
            </a:extLst>
          </p:cNvPr>
          <p:cNvSpPr txBox="1"/>
          <p:nvPr/>
        </p:nvSpPr>
        <p:spPr>
          <a:xfrm>
            <a:off x="3835537" y="4247419"/>
            <a:ext cx="7529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H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ANKUK </a:t>
            </a:r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U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NIVERSITY OF </a:t>
            </a:r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F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OREIGN </a:t>
            </a:r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S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TUDIES</a:t>
            </a:r>
            <a:endParaRPr lang="ko-KR" altLang="en-US" sz="20000" dirty="0">
              <a:solidFill>
                <a:srgbClr val="1D4999"/>
              </a:solidFill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120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D18BE-55F5-D086-4EE1-778C8EDA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4FA10BE-6605-2307-B6A3-5DD6B2235238}"/>
              </a:ext>
            </a:extLst>
          </p:cNvPr>
          <p:cNvSpPr txBox="1"/>
          <p:nvPr/>
        </p:nvSpPr>
        <p:spPr>
          <a:xfrm>
            <a:off x="4992159" y="1315812"/>
            <a:ext cx="662072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Data </a:t>
            </a:r>
          </a:p>
          <a:p>
            <a:r>
              <a:rPr lang="en-US" altLang="ko-KR" sz="90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Intelligence </a:t>
            </a:r>
          </a:p>
          <a:p>
            <a:r>
              <a:rPr lang="en-US" altLang="ko-KR" sz="90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Lab</a:t>
            </a:r>
            <a:endParaRPr lang="ko-KR" altLang="en-US" sz="9000" dirty="0"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61A4C3-586B-D2FE-70A6-CF9718D26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96" y="744606"/>
            <a:ext cx="4159195" cy="519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3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E65FC-3775-B23E-5D58-673917D6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3B3A3D9-BFF7-0D37-093C-07E332729771}"/>
              </a:ext>
            </a:extLst>
          </p:cNvPr>
          <p:cNvSpPr txBox="1"/>
          <p:nvPr/>
        </p:nvSpPr>
        <p:spPr>
          <a:xfrm>
            <a:off x="4992159" y="1315812"/>
            <a:ext cx="662072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Data </a:t>
            </a:r>
          </a:p>
          <a:p>
            <a:r>
              <a:rPr lang="en-US" altLang="ko-KR" sz="9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Intelligence </a:t>
            </a:r>
          </a:p>
          <a:p>
            <a:r>
              <a:rPr lang="en-US" altLang="ko-KR" sz="9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Lab</a:t>
            </a:r>
            <a:endParaRPr lang="ko-KR" altLang="en-US" sz="9000" dirty="0">
              <a:solidFill>
                <a:srgbClr val="1D4999"/>
              </a:solidFill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A47A039-84ED-F611-BBC4-56929DAB69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96" y="744606"/>
            <a:ext cx="4159195" cy="519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E48D7-8B94-2C65-4C37-7A9FA3BAB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C737B2C-603D-F20A-C43A-2B180C478E6F}"/>
              </a:ext>
            </a:extLst>
          </p:cNvPr>
          <p:cNvSpPr txBox="1"/>
          <p:nvPr/>
        </p:nvSpPr>
        <p:spPr>
          <a:xfrm>
            <a:off x="3625079" y="1840604"/>
            <a:ext cx="823815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200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  <a:endParaRPr lang="ko-KR" altLang="en-US" sz="20000" dirty="0"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EF5D37E-6FA6-AA44-BDAD-92B90E0B0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6" y="1578163"/>
            <a:ext cx="2845566" cy="355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62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C121F-1E5B-069C-1582-0E4660F5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C7909AB-55E3-A2EC-F881-A4D6D4A74412}"/>
              </a:ext>
            </a:extLst>
          </p:cNvPr>
          <p:cNvSpPr txBox="1"/>
          <p:nvPr/>
        </p:nvSpPr>
        <p:spPr>
          <a:xfrm>
            <a:off x="3625079" y="1840604"/>
            <a:ext cx="823815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20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  <a:endParaRPr lang="ko-KR" altLang="en-US" sz="20000" dirty="0">
              <a:solidFill>
                <a:srgbClr val="1D4999"/>
              </a:solidFill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FEE7B67-5E84-D836-5B27-CF314FA9D00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6" y="1578163"/>
            <a:ext cx="2845566" cy="355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97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B0B95-6D6F-A8E4-7176-B18A83B44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F0BB008E-F20D-B6EB-96EC-1049EE3E7800}"/>
              </a:ext>
            </a:extLst>
          </p:cNvPr>
          <p:cNvSpPr txBox="1"/>
          <p:nvPr/>
        </p:nvSpPr>
        <p:spPr>
          <a:xfrm>
            <a:off x="3784738" y="1694768"/>
            <a:ext cx="7834196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185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9BC47-29A5-0664-C744-46DAFF2B0641}"/>
              </a:ext>
            </a:extLst>
          </p:cNvPr>
          <p:cNvSpPr txBox="1"/>
          <p:nvPr/>
        </p:nvSpPr>
        <p:spPr>
          <a:xfrm>
            <a:off x="3835537" y="4247419"/>
            <a:ext cx="7529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6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H</a:t>
            </a:r>
            <a:r>
              <a:rPr lang="en-US" altLang="ko-KR" sz="24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ANKUK </a:t>
            </a:r>
            <a:r>
              <a:rPr lang="en-US" altLang="ko-KR" sz="36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U</a:t>
            </a:r>
            <a:r>
              <a:rPr lang="en-US" altLang="ko-KR" sz="24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NIVERSITY OF </a:t>
            </a:r>
            <a:r>
              <a:rPr lang="en-US" altLang="ko-KR" sz="36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F</a:t>
            </a:r>
            <a:r>
              <a:rPr lang="en-US" altLang="ko-KR" sz="24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OREIGN </a:t>
            </a:r>
            <a:r>
              <a:rPr lang="en-US" altLang="ko-KR" sz="36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S</a:t>
            </a:r>
            <a:r>
              <a:rPr lang="en-US" altLang="ko-KR" sz="2400" dirty="0"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TUDIES</a:t>
            </a:r>
            <a:endParaRPr lang="ko-KR" altLang="en-US" sz="20000" dirty="0"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494B20-8304-0F96-E97A-814379632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8" y="1585208"/>
            <a:ext cx="2845566" cy="355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97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4C15-E0EC-86B1-40E9-802CC279D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2330E09-B44C-90AF-9B3F-71FB61358071}"/>
              </a:ext>
            </a:extLst>
          </p:cNvPr>
          <p:cNvSpPr txBox="1"/>
          <p:nvPr/>
        </p:nvSpPr>
        <p:spPr>
          <a:xfrm>
            <a:off x="3784738" y="1694768"/>
            <a:ext cx="7834196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185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480C76-FED3-6A2F-93B0-0354FC3EBFDA}"/>
              </a:ext>
            </a:extLst>
          </p:cNvPr>
          <p:cNvSpPr txBox="1"/>
          <p:nvPr/>
        </p:nvSpPr>
        <p:spPr>
          <a:xfrm>
            <a:off x="3835537" y="4247419"/>
            <a:ext cx="7529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H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ANKUK </a:t>
            </a:r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U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NIVERSITY OF </a:t>
            </a:r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F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OREIGN </a:t>
            </a:r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S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TUDIES</a:t>
            </a:r>
            <a:endParaRPr lang="ko-KR" altLang="en-US" sz="20000" dirty="0">
              <a:solidFill>
                <a:srgbClr val="1D4999"/>
              </a:solidFill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59C959-CDF4-CA23-E972-5A9EA82C69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8" y="1585208"/>
            <a:ext cx="2845566" cy="355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131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63665-0CD3-CCAF-D4B7-92FC74078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38CDEE4-9D26-ECAA-DCB6-D32F69B8468D}"/>
              </a:ext>
            </a:extLst>
          </p:cNvPr>
          <p:cNvSpPr txBox="1"/>
          <p:nvPr/>
        </p:nvSpPr>
        <p:spPr>
          <a:xfrm>
            <a:off x="2521489" y="1156885"/>
            <a:ext cx="7635424" cy="349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5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</a:p>
          <a:p>
            <a:pPr algn="ctr"/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H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ANKUK </a:t>
            </a:r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U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NIVERSITY OF </a:t>
            </a:r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F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OREIGN </a:t>
            </a:r>
            <a:r>
              <a:rPr lang="en-US" altLang="ko-KR" sz="36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S</a:t>
            </a:r>
            <a:r>
              <a:rPr lang="en-US" altLang="ko-KR" sz="24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TUDIES</a:t>
            </a:r>
            <a:endParaRPr lang="ko-KR" altLang="en-US" sz="20000" dirty="0">
              <a:solidFill>
                <a:srgbClr val="1D4999"/>
              </a:solidFill>
              <a:latin typeface="한국외대체 B" panose="02020503020101020101" pitchFamily="18" charset="-127"/>
              <a:ea typeface="한국외대체 B" panose="02020503020101020101" pitchFamily="18" charset="-127"/>
              <a:cs typeface="한국외대체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5630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F6491-4437-CE1D-D416-BA896A052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4EDECA0-4369-CED8-3250-A86F14A60770}"/>
              </a:ext>
            </a:extLst>
          </p:cNvPr>
          <p:cNvSpPr txBox="1"/>
          <p:nvPr/>
        </p:nvSpPr>
        <p:spPr>
          <a:xfrm>
            <a:off x="969567" y="1450293"/>
            <a:ext cx="10251525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5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DILAB</a:t>
            </a:r>
          </a:p>
        </p:txBody>
      </p:sp>
    </p:spTree>
    <p:extLst>
      <p:ext uri="{BB962C8B-B14F-4D97-AF65-F5344CB8AC3E}">
        <p14:creationId xmlns:p14="http://schemas.microsoft.com/office/powerpoint/2010/main" val="2387752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A8B95-E262-7967-9DA8-C2930BFC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F016DC75-DCDE-5F9B-F32B-3B7C3399E8EF}"/>
              </a:ext>
            </a:extLst>
          </p:cNvPr>
          <p:cNvSpPr txBox="1"/>
          <p:nvPr/>
        </p:nvSpPr>
        <p:spPr>
          <a:xfrm>
            <a:off x="4545064" y="1073781"/>
            <a:ext cx="3100529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0" dirty="0">
                <a:solidFill>
                  <a:srgbClr val="1D4999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36399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103</Words>
  <Application>Microsoft Office PowerPoint</Application>
  <PresentationFormat>와이드스크린</PresentationFormat>
  <Paragraphs>42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한국외대체 B</vt:lpstr>
      <vt:lpstr>한국외대체 L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JisooJang</dc:creator>
  <cp:lastModifiedBy>JisooJang</cp:lastModifiedBy>
  <cp:revision>22</cp:revision>
  <dcterms:created xsi:type="dcterms:W3CDTF">2026-01-01T05:58:42Z</dcterms:created>
  <dcterms:modified xsi:type="dcterms:W3CDTF">2026-01-02T06:35:10Z</dcterms:modified>
</cp:coreProperties>
</file>